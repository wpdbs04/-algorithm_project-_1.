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387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D6C71-344C-462D-A023-97845A609C4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53873-D784-4CD5-8186-0DB7D0CC27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52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3873-D784-4CD5-8186-0DB7D0CC27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7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그림 3" descr="The image displays a webpage with a NGINX L7 Algorithm Visualization Tool interface, inviting users to input a URL for real-time visualization of the request's processing steps and associated algorithms.&#10;&#10;AI 생성 콘텐츠는 정확하지 않을 수 있습니다.">
            <a:extLst>
              <a:ext uri="{FF2B5EF4-FFF2-40B4-BE49-F238E27FC236}">
                <a16:creationId xmlns:a16="http://schemas.microsoft.com/office/drawing/2014/main" id="{648057A8-0017-DC92-3FB1-D3B0B849A7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676400"/>
            <a:ext cx="868680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5" name="그림 4" descr="The provided text is a description of a visual flowchart for an algorithm, detailing various decision points and actions such as input validation, data mapping, and dynamic algorithm generation.&#10;&#10;AI 생성 콘텐츠는 정확하지 않을 수 있습니다.">
            <a:extLst>
              <a:ext uri="{FF2B5EF4-FFF2-40B4-BE49-F238E27FC236}">
                <a16:creationId xmlns:a16="http://schemas.microsoft.com/office/drawing/2014/main" id="{5FED4A00-3D5C-0DFB-9B10-1BC5752B7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914400"/>
            <a:ext cx="13258800" cy="807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그림 3" descr="The image illustrates an AI recommendation system using neural networks to process user preferences and suggest videos, including a flowchart detailing the process from data ingestion to video ranking.&#10;&#10;AI 생성 콘텐츠는 정확하지 않을 수 있습니다.">
            <a:extLst>
              <a:ext uri="{FF2B5EF4-FFF2-40B4-BE49-F238E27FC236}">
                <a16:creationId xmlns:a16="http://schemas.microsoft.com/office/drawing/2014/main" id="{28E3370D-D146-57DB-5FF7-0633DF960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800" y="2133600"/>
            <a:ext cx="6239483" cy="3276600"/>
          </a:xfrm>
          <a:prstGeom prst="rect">
            <a:avLst/>
          </a:prstGeom>
        </p:spPr>
      </p:pic>
      <p:pic>
        <p:nvPicPr>
          <p:cNvPr id="6" name="그림 5" descr="The image appears to be a visualization of an NGINX L7 algorithm, depicting a series of network processing steps, including CDN edge server interactions, Deep Neural Network (DNN) candidate generation, and HLS (HTTP Live Streaming) transcoding for real-time video streaming.&#10;&#10;AI 생성 콘텐츠는 정확하지 않을 수 있습니다.">
            <a:extLst>
              <a:ext uri="{FF2B5EF4-FFF2-40B4-BE49-F238E27FC236}">
                <a16:creationId xmlns:a16="http://schemas.microsoft.com/office/drawing/2014/main" id="{883E13FA-6A8D-4BF0-8FA8-89265C131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0" y="2038480"/>
            <a:ext cx="6490831" cy="34384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</Words>
  <Application>Microsoft Office PowerPoint</Application>
  <PresentationFormat>사용자 지정</PresentationFormat>
  <Paragraphs>1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제윤 이</cp:lastModifiedBy>
  <cp:revision>3</cp:revision>
  <dcterms:created xsi:type="dcterms:W3CDTF">2006-08-16T00:00:00Z</dcterms:created>
  <dcterms:modified xsi:type="dcterms:W3CDTF">2026-10-02T07:14:46Z</dcterms:modified>
</cp:coreProperties>
</file>