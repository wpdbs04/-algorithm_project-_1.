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7" r:id="rId14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8" d="100"/>
          <a:sy n="48" d="100"/>
        </p:scale>
        <p:origin x="96" y="118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7D6C71-344C-462D-A023-97845A609C4A}" type="datetimeFigureOut">
              <a:rPr lang="ko-KR" altLang="en-US" smtClean="0"/>
              <a:t>2026-10-03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53873-D784-4CD5-8186-0DB7D0CC278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1529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E53873-D784-4CD5-8186-0DB7D0CC278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7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2E70635-46AD-A123-F7CE-51268C2AE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58800" y="-296779"/>
            <a:ext cx="16953405" cy="94568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" y="-36096"/>
            <a:ext cx="16687800" cy="93086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6200"/>
            <a:ext cx="16256000" cy="9372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181" y="41429"/>
            <a:ext cx="16256000" cy="9067800"/>
          </a:xfrm>
          <a:prstGeom prst="rect">
            <a:avLst/>
          </a:prstGeom>
        </p:spPr>
      </p:pic>
      <p:pic>
        <p:nvPicPr>
          <p:cNvPr id="4" name="그림 3" descr="The image displays a webpage with a NGINX L7 Algorithm Visualization Tool interface, inviting users to input a URL for real-time visualization of the request's processing steps and associated algorithms.&#10;&#10;AI 생성 콘텐츠는 정확하지 않을 수 있습니다.">
            <a:extLst>
              <a:ext uri="{FF2B5EF4-FFF2-40B4-BE49-F238E27FC236}">
                <a16:creationId xmlns:a16="http://schemas.microsoft.com/office/drawing/2014/main" id="{648057A8-0017-DC92-3FB1-D3B0B849A7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" y="1638300"/>
            <a:ext cx="8686800" cy="5867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그림 3" descr="The provided text is a description of a visual flowchart for an algorithm, detailing various decision points and actions such as input validation, data mapping, and dynamic algorithm generation.&#10;&#10;AI 생성 콘텐츠는 정확하지 않을 수 있습니다.">
            <a:extLst>
              <a:ext uri="{FF2B5EF4-FFF2-40B4-BE49-F238E27FC236}">
                <a16:creationId xmlns:a16="http://schemas.microsoft.com/office/drawing/2014/main" id="{D617A10A-7A58-E299-4E3B-F2320106D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800" y="914400"/>
            <a:ext cx="12626843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그림 3" descr="The image illustrates an AI recommendation system using neural networks to process user preferences and suggest videos, including a flowchart detailing the process from data ingestion to video ranking.&#10;&#10;AI 생성 콘텐츠는 정확하지 않을 수 있습니다.">
            <a:extLst>
              <a:ext uri="{FF2B5EF4-FFF2-40B4-BE49-F238E27FC236}">
                <a16:creationId xmlns:a16="http://schemas.microsoft.com/office/drawing/2014/main" id="{28E3370D-D146-57DB-5FF7-0633DF960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2133600"/>
            <a:ext cx="6239483" cy="3276600"/>
          </a:xfrm>
          <a:prstGeom prst="rect">
            <a:avLst/>
          </a:prstGeom>
        </p:spPr>
      </p:pic>
      <p:pic>
        <p:nvPicPr>
          <p:cNvPr id="6" name="그림 5" descr="The image appears to be a visualization of an NGINX L7 algorithm, depicting a series of network processing steps, including CDN edge server interactions, Deep Neural Network (DNN) candidate generation, and HLS (HTTP Live Streaming) transcoding for real-time video streaming.&#10;&#10;AI 생성 콘텐츠는 정확하지 않을 수 있습니다.">
            <a:extLst>
              <a:ext uri="{FF2B5EF4-FFF2-40B4-BE49-F238E27FC236}">
                <a16:creationId xmlns:a16="http://schemas.microsoft.com/office/drawing/2014/main" id="{883E13FA-6A8D-4BF0-8FA8-89265C1315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0" y="2038480"/>
            <a:ext cx="6490831" cy="34384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A4E2AE-746B-5E66-8ED4-576289B78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4261C8A-D070-109B-C65B-FD3B96EFA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371600"/>
            <a:ext cx="7467600" cy="71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182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</Words>
  <Application>Microsoft Office PowerPoint</Application>
  <PresentationFormat>사용자 지정</PresentationFormat>
  <Paragraphs>1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이제윤</cp:lastModifiedBy>
  <cp:revision>6</cp:revision>
  <dcterms:created xsi:type="dcterms:W3CDTF">2006-08-16T00:00:00Z</dcterms:created>
  <dcterms:modified xsi:type="dcterms:W3CDTF">2026-10-02T18:33:50Z</dcterms:modified>
</cp:coreProperties>
</file>